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33172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2C7A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31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520440" y="2606040"/>
            <a:ext cx="914400" cy="4572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4663440" y="233172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0" y="2331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iWatch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 de llenado iWatch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iWatch Filling Assistant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y pega los datos del Excel de master agentes directo en iWatch, sin errores.
</a:t>
            </a:r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master agent data straight from Excel into iWatch, error-free.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928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Llenado 100% manual, campo por campo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22199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manual entry, field by field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944368"/>
            <a:ext cx="502920" cy="502920"/>
          </a:xfrm>
          <a:prstGeom prst="ellipse">
            <a:avLst/>
          </a:prstGeom>
          <a:solidFill>
            <a:srgbClr val="8A93A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44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riesgo de error de captura (nombres, teléfonos, direcciones)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2735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data-entry errors (names, phones, addresses)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9959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95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8862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master agente usa un formato de Excel distinto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432511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master agent uses a different Excel format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047488"/>
            <a:ext cx="502920" cy="502920"/>
          </a:xfrm>
          <a:prstGeom prst="ellipse">
            <a:avLst/>
          </a:prstGeom>
          <a:solidFill>
            <a:srgbClr val="8A93A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47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9377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tiempo invertido copiando lo mismo una y otra vez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537667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lot of time spent copying the same thing over and over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2286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0345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Elige agente y rol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6758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agent &amp; 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tab del Excel y el contacto (Owner, Compliance Officer, etc.)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Excel tab and the contact (Owner, Compliance Officer, etc.)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75020" y="2286000"/>
            <a:ext cx="731520" cy="73152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587502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09160" y="3246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Copia asistida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9160" y="36758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copy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41148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cada campo con un clic y pégalo en iWatch, en el orden correcto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49834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each field with one click and paste it into iWatch, in the right order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15500" y="2286000"/>
            <a:ext cx="731520" cy="73152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549640" y="32461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Auto-llenado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49640" y="367588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0" y="41148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botón llena todo el formulario solo, pausando en los menús desplegables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95360" y="49834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fills the whole form on its own, pausing on dropdown menus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formas de usarlo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use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2024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2C5F8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04288"/>
            <a:ext cx="5120640" cy="393192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933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manual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80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88036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'Copiar' por cada campo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22783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'Copy' for each field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5935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59359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con Ctrl+V en iWatch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94106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with Ctrl+V into iWatch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3068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30682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controlas cada paso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5429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every step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502005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502005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la primera vez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3675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first-time use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9202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217920" y="192024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2C7A4B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2304288"/>
            <a:ext cx="5120640" cy="393192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19933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automático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92240" y="23591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880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288036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llena todo el formulario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322783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fills the whole form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92240" y="35935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359359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pausa en menús desplegables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66560" y="394106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on dropdown menus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43068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4306824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Revisas y guardas al final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465429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and save at the end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92240" y="502005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66560" y="5020056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cuando ya confías en la herramienta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6560" y="53675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once you trust the tool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26326E"/>
          </a:solidFill>
          <a:ln/>
        </p:spPr>
      </p:sp>
      <p:sp>
        <p:nvSpPr>
          <p:cNvPr id="5" name="Shape 3"/>
          <p:cNvSpPr/>
          <p:nvPr/>
        </p:nvSpPr>
        <p:spPr>
          <a:xfrm>
            <a:off x="1623060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6230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instalar 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 install needed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comparte como un único .exe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02152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2632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5132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4485132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85032" y="3108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errores de captura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85032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data-entry errors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85032" y="42976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exacta desde el Excel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64224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26326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47204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47204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47104" y="3108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 con cualquier agente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47104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agent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47104" y="42976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Owner, Compliance Officer, etc.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26296" y="19659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26326E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09276" y="228600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10209276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09176" y="3108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Disponible en 2 idiomas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09176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2 languages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09176" y="42976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 e inglés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2176272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el programa con el equipo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260604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tool with the team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342900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EDEB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05840" y="37033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3593592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formatos si aparecen tabs distintos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20240" y="402336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formats if different tabs appear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84632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840" y="5120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120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5010912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 retroalimentación de uso real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5440680"/>
            <a:ext cx="9235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feedback from real-world use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  /  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2026-08-04T19:52:36Z</dcterms:created>
  <dcterms:modified xsi:type="dcterms:W3CDTF">2026-08-04T19:52:36Z</dcterms:modified>
</cp:coreProperties>
</file>